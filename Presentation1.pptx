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/>
    <p:restoredTop sz="94627"/>
  </p:normalViewPr>
  <p:slideViewPr>
    <p:cSldViewPr snapToGrid="0">
      <p:cViewPr varScale="1">
        <p:scale>
          <a:sx n="194" d="100"/>
          <a:sy n="194" d="100"/>
        </p:scale>
        <p:origin x="1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4313" y="6515932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420D855-A92F-4663-AE82-AABD62D7EE0B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843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3316D38-8C76-41AE-BBEB-6C75B4AF02C2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B6CB29A-1548-4DD5-B140-6B2F1B2C1C7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2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C6D0AEFE-F718-42CE-92AC-A355D2B1F08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6E0432DD-3022-4B79-ADC3-576652E0D9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155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F5E2CC-DA79-4853-8258-AF060453E05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F26677F-0461-4469-B2E9-76729843E5B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72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9328697D-D40A-4151-BFB8-91A0C9AACDF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208E2E0-59F3-469B-AE70-CEC9BDD25C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AF5A10B-18AC-4241-8C4F-728F480E8639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667326E-5F03-4324-85E2-67F51579D59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7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E2EB4C6-6375-417E-93D6-8C4223D7EAFD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3CC591E-2C5A-439A-B2C9-6F751105AB5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97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5348A5-BD9C-442E-9ECC-DB0303A85F4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BE31A86-A818-4477-A4C3-18911CC9D3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A1A212E-A63D-4047-BB50-95DD55E88100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4D129F03-6940-41DE-B049-F6F50569C70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34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BB0B5FD-49DB-473C-854B-F8F23DC4B4E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F11E6B8-501D-4E52-947F-A1A5A5A7BB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73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FCCF704-E657-4B26-BB5F-375626E2EAF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9E8DDFF-5AD0-4076-88ED-B7D2BFC153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14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ChangeArrowheads="1"/>
          </p:cNvSpPr>
          <p:nvPr userDrawn="1"/>
        </p:nvSpPr>
        <p:spPr bwMode="auto">
          <a:xfrm>
            <a:off x="6351" y="-7938"/>
            <a:ext cx="12181416" cy="308419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5457" y="841845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4" name="Rectangle 16"/>
          <p:cNvSpPr>
            <a:spLocks noChangeArrowheads="1"/>
          </p:cNvSpPr>
          <p:nvPr userDrawn="1"/>
        </p:nvSpPr>
        <p:spPr bwMode="auto">
          <a:xfrm>
            <a:off x="5169304" y="813207"/>
            <a:ext cx="185339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UNCLASSIFIED//FOUO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1" y="6428866"/>
            <a:ext cx="12192000" cy="42913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pic>
        <p:nvPicPr>
          <p:cNvPr id="6" name="Picture 16" descr="3SFG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18" y="36513"/>
            <a:ext cx="857249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/>
          <p:cNvSpPr/>
          <p:nvPr userDrawn="1"/>
        </p:nvSpPr>
        <p:spPr>
          <a:xfrm>
            <a:off x="2653936" y="32072"/>
            <a:ext cx="688323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4/3 Technical Information Support Company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i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Access to innovation</a:t>
            </a: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r>
              <a:rPr lang="en-US" sz="1200" kern="0" dirty="0"/>
              <a:t>“Your Second Fox in a Box”</a:t>
            </a:r>
          </a:p>
        </p:txBody>
      </p:sp>
      <p:pic>
        <p:nvPicPr>
          <p:cNvPr id="9" name="Picture 11" descr="nps_ppt_slid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667" y="1285875"/>
            <a:ext cx="8424333" cy="512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48308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62276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426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6"/>
          <p:cNvSpPr>
            <a:spLocks noChangeArrowheads="1"/>
          </p:cNvSpPr>
          <p:nvPr userDrawn="1"/>
        </p:nvSpPr>
        <p:spPr bwMode="auto">
          <a:xfrm>
            <a:off x="-4233" y="-7938"/>
            <a:ext cx="12192000" cy="835026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wrap="square"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5903" y="842964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030" name="Rectangle 8"/>
          <p:cNvSpPr>
            <a:spLocks noChangeArrowheads="1"/>
          </p:cNvSpPr>
          <p:nvPr userDrawn="1"/>
        </p:nvSpPr>
        <p:spPr bwMode="auto">
          <a:xfrm>
            <a:off x="5871419" y="813207"/>
            <a:ext cx="44916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 dirty="0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CUI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1" y="6612578"/>
            <a:ext cx="12192000" cy="245422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4494194" y="313099"/>
            <a:ext cx="30922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Welcome Wingman</a:t>
            </a:r>
          </a:p>
        </p:txBody>
      </p:sp>
      <p:sp>
        <p:nvSpPr>
          <p:cNvPr id="13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endParaRPr lang="en-US" sz="1200" kern="0" dirty="0"/>
          </a:p>
        </p:txBody>
      </p:sp>
      <p:pic>
        <p:nvPicPr>
          <p:cNvPr id="1037" name="Picture 11" descr="nps_ppt_slide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0314" y="1309765"/>
            <a:ext cx="8675334" cy="5280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 descr="File:US Air Force Logo Solid Colour.svg">
            <a:extLst>
              <a:ext uri="{FF2B5EF4-FFF2-40B4-BE49-F238E27FC236}">
                <a16:creationId xmlns:a16="http://schemas.microsoft.com/office/drawing/2014/main" id="{820A1212-98EB-7E71-E5F2-00DE12C3B1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60755" y="15953"/>
            <a:ext cx="1011395" cy="789099"/>
          </a:xfrm>
          <a:prstGeom prst="rect">
            <a:avLst/>
          </a:prstGeom>
        </p:spPr>
      </p:pic>
      <p:pic>
        <p:nvPicPr>
          <p:cNvPr id="3" name="Picture 2" descr="File:Logo of the United States Army.svg">
            <a:extLst>
              <a:ext uri="{FF2B5EF4-FFF2-40B4-BE49-F238E27FC236}">
                <a16:creationId xmlns:a16="http://schemas.microsoft.com/office/drawing/2014/main" id="{6C60B765-44ED-97A4-2A0C-CB928FA6A4A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11481455" y="20701"/>
            <a:ext cx="620537" cy="83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598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Team Name:  </a:t>
            </a:r>
            <a:r>
              <a:rPr lang="en-US" sz="2000" b="1" dirty="0">
                <a:latin typeface="Copperplate Gothic Bold" panose="020E0705020206020404" pitchFamily="34" charset="77"/>
                <a:ea typeface="Apple Color Emoji" pitchFamily="2" charset="0"/>
                <a:cs typeface="Baloo Bhaijaan" panose="03080902040302020200" pitchFamily="66" charset="-78"/>
              </a:rPr>
              <a:t>Code Force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7220729" y="2987423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Back End</a:t>
            </a:r>
          </a:p>
          <a:p>
            <a:r>
              <a:rPr lang="en-US" dirty="0"/>
              <a:t>A1C Aldebaran Fox</a:t>
            </a:r>
          </a:p>
          <a:p>
            <a:r>
              <a:rPr lang="en-US" dirty="0"/>
              <a:t>SrA Alex Deabenderfer</a:t>
            </a:r>
          </a:p>
          <a:p>
            <a:r>
              <a:rPr lang="en-US" dirty="0"/>
              <a:t>A1C John Lee</a:t>
            </a:r>
          </a:p>
          <a:p>
            <a:r>
              <a:rPr lang="en-US" dirty="0"/>
              <a:t>SFC Russell Neal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1596544" y="2978850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u="sng" dirty="0"/>
              <a:t>Front End</a:t>
            </a:r>
          </a:p>
          <a:p>
            <a:pPr algn="r"/>
            <a:r>
              <a:rPr lang="en-US" dirty="0"/>
              <a:t>MSgt TJ Fegurgur</a:t>
            </a:r>
          </a:p>
          <a:p>
            <a:pPr algn="r"/>
            <a:r>
              <a:rPr lang="en-US" dirty="0"/>
              <a:t>A1C Darrien Oster</a:t>
            </a:r>
          </a:p>
          <a:p>
            <a:pPr algn="r"/>
            <a:r>
              <a:rPr lang="en-US" dirty="0"/>
              <a:t>A1C Immanuel Gainer</a:t>
            </a:r>
          </a:p>
          <a:p>
            <a:pPr algn="r"/>
            <a:r>
              <a:rPr lang="en-US" dirty="0"/>
              <a:t>A1C Connor Arretche</a:t>
            </a:r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05CC6-C75D-6A2E-D301-8109E772C054}"/>
              </a:ext>
            </a:extLst>
          </p:cNvPr>
          <p:cNvSpPr txBox="1"/>
          <p:nvPr/>
        </p:nvSpPr>
        <p:spPr>
          <a:xfrm>
            <a:off x="2639860" y="2567836"/>
            <a:ext cx="69122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In-processing members into the unit relies on fragmented record-keeping across spreadsheets, paper documents, and different systems to track Airmen's progress and compliance. This lack of a centralized, authoritative source of information delays the identification of overdue actions and limits visibility into individual and unit readiness, increasing the risk of non-compliance and reduced operational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CE2240-BF5A-162E-1CA8-FE6C19FA55A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Solution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6186C-3418-AC0A-CC67-9AA25003975D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Our Capstone application consolidates in-processing tracking into a single centralized platform that automatically flags overdue requirements and provides real-time visibility into individual and unit-level compliance status. By replacing manual, fragmented tracking methods with an authoritative digital system, the application reduces administrative burden, accelerates identification of gaps, and strengthens overall force readiness.</a:t>
            </a:r>
          </a:p>
        </p:txBody>
      </p:sp>
    </p:spTree>
    <p:extLst>
      <p:ext uri="{BB962C8B-B14F-4D97-AF65-F5344CB8AC3E}">
        <p14:creationId xmlns:p14="http://schemas.microsoft.com/office/powerpoint/2010/main" val="4956416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1520</TotalTime>
  <Words>154</Words>
  <Application>Microsoft Macintosh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Copperplate Gothic Bold</vt:lpstr>
      <vt:lpstr>Custom Design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7</cp:revision>
  <dcterms:created xsi:type="dcterms:W3CDTF">2026-07-21T13:59:54Z</dcterms:created>
  <dcterms:modified xsi:type="dcterms:W3CDTF">2026-07-22T15:20:40Z</dcterms:modified>
</cp:coreProperties>
</file>