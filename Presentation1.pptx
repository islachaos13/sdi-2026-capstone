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499"/>
    <p:restoredTop sz="94627"/>
  </p:normalViewPr>
  <p:slideViewPr>
    <p:cSldViewPr snapToGrid="0">
      <p:cViewPr varScale="1">
        <p:scale>
          <a:sx n="102" d="100"/>
          <a:sy n="102" d="100"/>
        </p:scale>
        <p:origin x="216" y="2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D902E1-D630-7E24-0FC9-C3C8AECF4F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5379847-5612-6C65-9465-34E85205E4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88DC05-0F13-CA7D-7720-A366AFE211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926A6E-1A60-2B4A-8860-6ABCC5DA00C8}" type="datetimeFigureOut">
              <a:rPr lang="en-US" smtClean="0"/>
              <a:t>7/21/26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BEA405-D4C7-34F6-B9E6-94C303217A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9A152F-DAD5-D993-609F-5A0B60DF55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AD1949-089B-5040-A81F-BF6C5D83A7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94487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99FCAC-9509-3A86-BD62-21F959CCFA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0EE6E1-2F3D-AED5-9424-FEB48076E5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13F0AA-C685-58A0-BF27-60DE364152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926A6E-1A60-2B4A-8860-6ABCC5DA00C8}" type="datetimeFigureOut">
              <a:rPr lang="en-US" smtClean="0"/>
              <a:t>7/21/26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54BCBD-7FED-7595-4EBD-04BF210B34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CDADE7-31F4-E9D3-6EA1-7DCA34132A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AD1949-089B-5040-A81F-BF6C5D83A7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17016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D0DE3D-629D-BC5E-6992-90D06FB2F8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529028-9A0F-4342-D325-3B8D081713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3C2B16-2DC7-DB1E-3D54-F788F05D87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926A6E-1A60-2B4A-8860-6ABCC5DA00C8}" type="datetimeFigureOut">
              <a:rPr lang="en-US" smtClean="0"/>
              <a:t>7/21/26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7D16BB-73BB-4163-2581-17E29A82A4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230EAE-9558-C67E-60F0-59E8526673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AD1949-089B-5040-A81F-BF6C5D83A7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44144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73F2A4-16CB-176F-CF0B-95D61CB35C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8142B0-55CE-7DDA-A4F1-B0BFF6154E0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8755FA5-DC17-230A-A2BB-89E76BF42B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964D4C-8098-E3DE-F2C5-A701EE5F3F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926A6E-1A60-2B4A-8860-6ABCC5DA00C8}" type="datetimeFigureOut">
              <a:rPr lang="en-US" smtClean="0"/>
              <a:t>7/21/26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62774CB-D6AE-69BA-2ACD-32B21FCD3D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23A5E5-7E0A-5694-1691-77810B367B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AD1949-089B-5040-A81F-BF6C5D83A7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33749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F83497-B675-BABE-12E4-032D26E64B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A944DC-C6C7-2AAD-A0A3-F083E27112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223E6D-3098-5D9B-6067-00C3A59DE1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95A8D17-1DB5-0F3D-0B7B-46252DDFD2C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27EFED1-F53D-9B2F-775C-C7BB17A1430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DE64543-2036-579C-E0D6-16591C9D54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926A6E-1A60-2B4A-8860-6ABCC5DA00C8}" type="datetimeFigureOut">
              <a:rPr lang="en-US" smtClean="0"/>
              <a:t>7/21/26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F3787AE-E3C0-9069-F7AF-E6CDDD9F9C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A9E3EC0-1B93-E5C6-38AF-338E6AF2F5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AD1949-089B-5040-A81F-BF6C5D83A7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31996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8F0578-65CE-4DBC-42E1-2672CBB029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ED7B5AF-3E0F-2BF8-45ED-986555339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926A6E-1A60-2B4A-8860-6ABCC5DA00C8}" type="datetimeFigureOut">
              <a:rPr lang="en-US" smtClean="0"/>
              <a:t>7/21/26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0512D67-99BB-6F3C-3933-011376A823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F6D14A0-8B95-FB2B-62C5-842F8D1F1A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AD1949-089B-5040-A81F-BF6C5D83A7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9689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122F37D-3936-093D-809D-F2E116FEAB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926A6E-1A60-2B4A-8860-6ABCC5DA00C8}" type="datetimeFigureOut">
              <a:rPr lang="en-US" smtClean="0"/>
              <a:t>7/21/26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1B9678A-CF4C-944E-599C-B7BFDEC869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508AB3-0E17-C78C-390B-3844A1EC01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AD1949-089B-5040-A81F-BF6C5D83A7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24429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8D0B79-AF63-9D72-2103-8E2B740FD6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6CA863-6A03-5337-37E6-5EBCBCBEA3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A1B66EA-FE7D-9F32-DBFE-4E67CA3F7A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694113-88B9-CA1E-71EC-503F8D1305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926A6E-1A60-2B4A-8860-6ABCC5DA00C8}" type="datetimeFigureOut">
              <a:rPr lang="en-US" smtClean="0"/>
              <a:t>7/21/26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2DBE61-995A-9F0E-1B46-C471015922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452A58E-23CD-176F-0726-F43518C02A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AD1949-089B-5040-A81F-BF6C5D83A7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13159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CB8C8A-A8F7-6444-3D4D-7E76A23195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01BF31E-A0FF-0BC6-32D7-A3CD54E4370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890E27D-AEC4-E477-AB5E-8B026CA404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FD290A-0AE0-26EC-749A-03C58D0137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926A6E-1A60-2B4A-8860-6ABCC5DA00C8}" type="datetimeFigureOut">
              <a:rPr lang="en-US" smtClean="0"/>
              <a:t>7/21/26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F83FC9-1893-B731-218E-57CC31C953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9D6663-F7CB-BC35-A1B2-FCB99CD65C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AD1949-089B-5040-A81F-BF6C5D83A7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58329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6E418B-8406-7546-34E3-ECA0CDB8A4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839C8CB-19A1-2282-FC1F-F07AE5C04F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73C603-EFFF-98A3-AF90-E6282D808B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926A6E-1A60-2B4A-8860-6ABCC5DA00C8}" type="datetimeFigureOut">
              <a:rPr lang="en-US" smtClean="0"/>
              <a:t>7/21/26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F91B51-3875-5151-47B5-BD17AB083B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F5D71D-5B27-6B55-9EF1-D680C9EBC6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AD1949-089B-5040-A81F-BF6C5D83A7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43744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E6A7ABA-369E-EA91-6D45-1D6D4597135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003B80C-9352-AE1E-6ACC-BC88F809E1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8E6284-CAFC-C3F6-076E-74B9982260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926A6E-1A60-2B4A-8860-6ABCC5DA00C8}" type="datetimeFigureOut">
              <a:rPr lang="en-US" smtClean="0"/>
              <a:t>7/21/26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50A852-09A5-FCC3-A5EC-610E01BF43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544C57-9DDD-E3DE-DC79-04F5EC5A9F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AD1949-089B-5040-A81F-BF6C5D83A7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56113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A921904-36AC-9318-8B02-38BF8A7784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4C421B-53B6-2D0A-1A85-7AC115B238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A73C65-AE79-7F03-A438-1CFC793A9A2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D926A6E-1A60-2B4A-8860-6ABCC5DA00C8}" type="datetimeFigureOut">
              <a:rPr lang="en-US" smtClean="0"/>
              <a:t>7/21/26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9C5E42-300E-847C-2377-BFCC546BBFC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73B44-21B5-FA7A-5AA2-1BBE12D353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CAD1949-089B-5040-A81F-BF6C5D83A7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16131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B9367DD-0F75-93F4-2BDB-BB2BD7BF59BB}"/>
              </a:ext>
            </a:extLst>
          </p:cNvPr>
          <p:cNvSpPr txBox="1"/>
          <p:nvPr/>
        </p:nvSpPr>
        <p:spPr>
          <a:xfrm>
            <a:off x="3283907" y="1775902"/>
            <a:ext cx="562418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/>
              <a:t>Welcome, Wingman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08A73BF-1D11-5176-86A9-3D55B252C3F7}"/>
              </a:ext>
            </a:extLst>
          </p:cNvPr>
          <p:cNvSpPr txBox="1"/>
          <p:nvPr/>
        </p:nvSpPr>
        <p:spPr>
          <a:xfrm>
            <a:off x="2721272" y="3105834"/>
            <a:ext cx="337472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Aldebaran Fox</a:t>
            </a:r>
          </a:p>
          <a:p>
            <a:r>
              <a:rPr lang="en-US" dirty="0"/>
              <a:t>Alex Deabenderfer</a:t>
            </a:r>
          </a:p>
          <a:p>
            <a:r>
              <a:rPr lang="en-US" dirty="0"/>
              <a:t>John Lee</a:t>
            </a:r>
          </a:p>
          <a:p>
            <a:r>
              <a:rPr lang="en-US" dirty="0"/>
              <a:t>SFC Russell Neal</a:t>
            </a:r>
          </a:p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9714965-44B2-E4A7-6EF9-07C1B761BD4E}"/>
              </a:ext>
            </a:extLst>
          </p:cNvPr>
          <p:cNvSpPr txBox="1"/>
          <p:nvPr/>
        </p:nvSpPr>
        <p:spPr>
          <a:xfrm>
            <a:off x="6096000" y="3091944"/>
            <a:ext cx="337472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/>
              <a:t>TJ Fegurgur</a:t>
            </a:r>
          </a:p>
          <a:p>
            <a:pPr algn="r"/>
            <a:r>
              <a:rPr lang="en-US" dirty="0"/>
              <a:t>Darrien Oster</a:t>
            </a:r>
          </a:p>
          <a:p>
            <a:pPr algn="r"/>
            <a:r>
              <a:rPr lang="en-US" dirty="0"/>
              <a:t>Immanuel Gainer</a:t>
            </a:r>
          </a:p>
          <a:p>
            <a:pPr algn="r"/>
            <a:r>
              <a:rPr lang="en-US" dirty="0"/>
              <a:t>Connor Arretche</a:t>
            </a:r>
          </a:p>
          <a:p>
            <a:pPr algn="r"/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C1F0B94-0F8D-743A-CBA4-7B869563A0BD}"/>
              </a:ext>
            </a:extLst>
          </p:cNvPr>
          <p:cNvSpPr txBox="1"/>
          <p:nvPr/>
        </p:nvSpPr>
        <p:spPr>
          <a:xfrm>
            <a:off x="3283907" y="5636006"/>
            <a:ext cx="562418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/>
              <a:t>#</a:t>
            </a:r>
            <a:r>
              <a:rPr lang="en-US" sz="2000" b="1" dirty="0" err="1"/>
              <a:t>todo</a:t>
            </a:r>
            <a:br>
              <a:rPr lang="en-US" sz="2000" b="1" dirty="0"/>
            </a:br>
            <a:br>
              <a:rPr lang="en-US" sz="2000" b="1" dirty="0"/>
            </a:br>
            <a:r>
              <a:rPr lang="en-US" sz="2000" b="1" dirty="0"/>
              <a:t>add ranks and styling</a:t>
            </a:r>
          </a:p>
        </p:txBody>
      </p:sp>
    </p:spTree>
    <p:extLst>
      <p:ext uri="{BB962C8B-B14F-4D97-AF65-F5344CB8AC3E}">
        <p14:creationId xmlns:p14="http://schemas.microsoft.com/office/powerpoint/2010/main" val="32837818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B325368-BDE0-6DF5-F1B6-C597E4AA896F}"/>
              </a:ext>
            </a:extLst>
          </p:cNvPr>
          <p:cNvSpPr txBox="1"/>
          <p:nvPr/>
        </p:nvSpPr>
        <p:spPr>
          <a:xfrm>
            <a:off x="3283907" y="1775902"/>
            <a:ext cx="562418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/>
              <a:t>Problem Statement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0205CC6-C75D-6A2E-D301-8109E772C054}"/>
              </a:ext>
            </a:extLst>
          </p:cNvPr>
          <p:cNvSpPr txBox="1"/>
          <p:nvPr/>
        </p:nvSpPr>
        <p:spPr>
          <a:xfrm>
            <a:off x="2639860" y="2567836"/>
            <a:ext cx="6912279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In-processing members into the unit relies on fragmented record-keeping across spreadsheets, paper documents, and different systems to track Airmen's progress and compliance. This lack of a centralized, authoritative source of information delays the identification of overdue actions and limits visibility into individual and unit readiness, increasing the risk of non-compliance and reduced operational effectiveness.</a:t>
            </a:r>
          </a:p>
        </p:txBody>
      </p:sp>
    </p:spTree>
    <p:extLst>
      <p:ext uri="{BB962C8B-B14F-4D97-AF65-F5344CB8AC3E}">
        <p14:creationId xmlns:p14="http://schemas.microsoft.com/office/powerpoint/2010/main" val="32433899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CCE2240-BF5A-162E-1CA8-FE6C19FA55AB}"/>
              </a:ext>
            </a:extLst>
          </p:cNvPr>
          <p:cNvSpPr txBox="1"/>
          <p:nvPr/>
        </p:nvSpPr>
        <p:spPr>
          <a:xfrm>
            <a:off x="3283907" y="1775902"/>
            <a:ext cx="562418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/>
              <a:t>Solution Statement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176186C-3418-AC0A-CC67-9AA25003975D}"/>
              </a:ext>
            </a:extLst>
          </p:cNvPr>
          <p:cNvSpPr txBox="1"/>
          <p:nvPr/>
        </p:nvSpPr>
        <p:spPr>
          <a:xfrm>
            <a:off x="2639860" y="2567836"/>
            <a:ext cx="6912279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Our Capstone application consolidates in-processing tracking into a single centralized platform that automatically flags overdue requirements and provides real-time visibility into individual and unit-level compliance status. By replacing manual, fragmented tracking methods with an authoritative digital system, the application reduces administrative burden, accelerates identification of gaps, and strengthens overall force readiness.</a:t>
            </a:r>
          </a:p>
        </p:txBody>
      </p:sp>
    </p:spTree>
    <p:extLst>
      <p:ext uri="{BB962C8B-B14F-4D97-AF65-F5344CB8AC3E}">
        <p14:creationId xmlns:p14="http://schemas.microsoft.com/office/powerpoint/2010/main" val="4956416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134</TotalTime>
  <Words>149</Words>
  <Application>Microsoft Macintosh PowerPoint</Application>
  <PresentationFormat>Widescreen</PresentationFormat>
  <Paragraphs>14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Russell Neal</dc:creator>
  <cp:lastModifiedBy>Russell Neal</cp:lastModifiedBy>
  <cp:revision>3</cp:revision>
  <dcterms:created xsi:type="dcterms:W3CDTF">2026-07-21T13:59:54Z</dcterms:created>
  <dcterms:modified xsi:type="dcterms:W3CDTF">2026-07-21T16:14:00Z</dcterms:modified>
</cp:coreProperties>
</file>