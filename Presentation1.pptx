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99"/>
    <p:restoredTop sz="94627"/>
  </p:normalViewPr>
  <p:slideViewPr>
    <p:cSldViewPr snapToGrid="0">
      <p:cViewPr varScale="1">
        <p:scale>
          <a:sx n="102" d="100"/>
          <a:sy n="102" d="100"/>
        </p:scale>
        <p:origin x="216" y="2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902E1-D630-7E24-0FC9-C3C8AECF4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379847-5612-6C65-9465-34E85205E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DC05-0F13-CA7D-7720-A366AFE21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EA405-D4C7-34F6-B9E6-94C303217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A152F-DAD5-D993-609F-5A0B60DF5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4487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9FCAC-9509-3A86-BD62-21F959CCF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EE6E1-2F3D-AED5-9424-FEB48076E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3F0AA-C685-58A0-BF27-60DE3641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BCBD-7FED-7595-4EBD-04BF210B3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ADE7-31F4-E9D3-6EA1-7DCA34132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01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0DE3D-629D-BC5E-6992-90D06FB2F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29028-9A0F-4342-D325-3B8D08171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C2B16-2DC7-DB1E-3D54-F788F05D8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D16BB-73BB-4163-2581-17E29A82A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30EAE-9558-C67E-60F0-59E85266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414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F2A4-16CB-176F-CF0B-95D61CB3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142B0-55CE-7DDA-A4F1-B0BFF6154E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55FA5-DC17-230A-A2BB-89E76BF42B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64D4C-8098-E3DE-F2C5-A701EE5F3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774CB-D6AE-69BA-2ACD-32B21FCD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3A5E5-7E0A-5694-1691-77810B36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7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83497-B675-BABE-12E4-032D26E64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944DC-C6C7-2AAD-A0A3-F083E2711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23E6D-3098-5D9B-6067-00C3A59DE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5A8D17-1DB5-0F3D-0B7B-46252DDFD2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7EFED1-F53D-9B2F-775C-C7BB17A14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E64543-2036-579C-E0D6-16591C9D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787AE-E3C0-9069-F7AF-E6CDDD9F9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E3EC0-1B93-E5C6-38AF-338E6AF2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99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F0578-65CE-4DBC-42E1-2672CBB02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7B5AF-3E0F-2BF8-45ED-986555339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12D67-99BB-6F3C-3933-011376A82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D14A0-8B95-FB2B-62C5-842F8D1F1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8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22F37D-3936-093D-809D-F2E116FEA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B9678A-CF4C-944E-599C-B7BFDEC86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08AB3-0E17-C78C-390B-3844A1EC0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42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D0B79-AF63-9D72-2103-8E2B74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A863-6A03-5337-37E6-5EBCBCBE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B66EA-FE7D-9F32-DBFE-4E67CA3F7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94113-88B9-CA1E-71EC-503F8D130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DBE61-995A-9F0E-1B46-C47101592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2A58E-23CD-176F-0726-F43518C0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31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B8C8A-A8F7-6444-3D4D-7E76A2319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1BF31E-A0FF-0BC6-32D7-A3CD54E437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0E27D-AEC4-E477-AB5E-8B026CA40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FD290A-0AE0-26EC-749A-03C58D013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83FC9-1893-B731-218E-57CC31C9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D6663-F7CB-BC35-A1B2-FCB99CD6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32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418B-8406-7546-34E3-ECA0CDB8A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9C8CB-19A1-2282-FC1F-F07AE5C04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3C603-EFFF-98A3-AF90-E6282D80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91B51-3875-5151-47B5-BD17AB083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D71D-5B27-6B55-9EF1-D680C9EBC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374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6A7ABA-369E-EA91-6D45-1D6D45971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03B80C-9352-AE1E-6ACC-BC88F809E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E6284-CAFC-C3F6-076E-74B99822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0A852-09A5-FCC3-A5EC-610E01BF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44C57-9DDD-E3DE-DC79-04F5EC5A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611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21904-36AC-9318-8B02-38BF8A778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421B-53B6-2D0A-1A85-7AC115B23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73C65-AE79-7F03-A438-1CFC793A9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C5E42-300E-847C-2377-BFCC546B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73B44-21B5-FA7A-5AA2-1BBE12D35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13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Welcome, Wingman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3283907" y="310583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Aldebaran Fox</a:t>
            </a:r>
          </a:p>
          <a:p>
            <a:r>
              <a:rPr lang="en-US" dirty="0"/>
              <a:t>Alex Deabenderfer</a:t>
            </a:r>
          </a:p>
          <a:p>
            <a:r>
              <a:rPr lang="en-US" dirty="0"/>
              <a:t>John Lee</a:t>
            </a:r>
          </a:p>
          <a:p>
            <a:r>
              <a:rPr lang="en-US" dirty="0"/>
              <a:t>Russell Neal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5533365" y="310583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TJ Fegurgur</a:t>
            </a:r>
          </a:p>
          <a:p>
            <a:pPr algn="r"/>
            <a:r>
              <a:rPr lang="en-US" dirty="0"/>
              <a:t>Darrien Oster</a:t>
            </a:r>
          </a:p>
          <a:p>
            <a:pPr algn="r"/>
            <a:r>
              <a:rPr lang="en-US" dirty="0"/>
              <a:t>Immanuel Gainer</a:t>
            </a:r>
          </a:p>
          <a:p>
            <a:pPr algn="r"/>
            <a:r>
              <a:rPr lang="en-US" dirty="0"/>
              <a:t>Connor Arretche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1</cp:revision>
  <dcterms:created xsi:type="dcterms:W3CDTF">2026-07-21T13:59:54Z</dcterms:created>
  <dcterms:modified xsi:type="dcterms:W3CDTF">2026-07-21T14:25:34Z</dcterms:modified>
</cp:coreProperties>
</file>